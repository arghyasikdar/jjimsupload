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274320" y="2468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Optimizers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⚡  </a:t>
            </a:r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Functions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🚀  </a:t>
            </a:r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PhD required. Just vibes &amp; curiosity! 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39319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3931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1st Year BTech — The Fun Version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🤔 So... What IS Deep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</a:rPr>
              <a:t>🧠 The Analogy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your BRAIN is learning to play a video game.
</a:t>
            </a:r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you're terrible 🎮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fail, you learn, you adjust.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= 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doing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🏗️ The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60020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10312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60604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310896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A3AF"/>
                </a:solidFill>
              </a:rPr>
              <a:t>INPUT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031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6060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1089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A3AF"/>
                </a:solidFill>
              </a:rPr>
              <a:t>HIDDEN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95160" y="160020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21031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26060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31089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A3AF"/>
                </a:solidFill>
              </a:rPr>
              <a:t>HIDDEN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955280" y="1600200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103120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606040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3108960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A3AF"/>
                </a:solidFill>
              </a:rPr>
              <a:t>OUTPUT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9204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Each layer learns features,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just like YOUR brain learns!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Optimizers — The GPS of Deep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1A1A0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🏔️ THE MOUNTAIN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blindfolded on a hilly mountain and you want to reach the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VALLEY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(minimum loss). The Optimizer is your strategy for getting down!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880360" cy="260604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94560"/>
            <a:ext cx="28803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945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🐢 SGD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Stochastic Gradient Descent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"The Tortoise"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one step at a time, looking at 1 example. SLOW but steady. Like reading every single review before buying earphones.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2880360" cy="260604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194560"/>
            <a:ext cx="28803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945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🏎️ Adam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Adaptive Moment Estimation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"The Sports Car"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+ fast! Adjusts its speed based on terrain. The most popular optimizer. The Tesla of optimizers! 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2880360" cy="2606040"/>
          </a:xfrm>
          <a:prstGeom prst="rect">
            <a:avLst/>
          </a:prstGeom>
          <a:solidFill>
            <a:srgbClr val="1A1A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194560"/>
            <a:ext cx="2880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1945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🏍️ RMSProp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Root Mean Square Prop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017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"The Motorbike"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learning rate for each parameter. Great for bumpy loss landscapes. The middleground hero!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Learning Rate — The Gas Pedal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1A0D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(α) =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of a step you take down the mountain.</a:t>
            </a:r>
            <a:pPr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big → overshoot! Too small → takes forever!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880360" cy="3063240"/>
          </a:xfrm>
          <a:prstGeom prst="rect">
            <a:avLst/>
          </a:prstGeom>
          <a:solidFill>
            <a:srgbClr val="1A1A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Just Right!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α = 0.001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2743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743200"/>
            <a:ext cx="2743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2834640"/>
            <a:ext cx="2743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82496" y="2903220"/>
            <a:ext cx="274320" cy="1600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2948940"/>
            <a:ext cx="274320" cy="1143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980944"/>
            <a:ext cx="27432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067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Loss over 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down steadily and reaches the valley. Your model LEARNS properly! Like walking carefully down stairs.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1737360"/>
            <a:ext cx="2880360" cy="306324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Too Large!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9000" y="2240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α = 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2651760"/>
            <a:ext cx="2743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59352" y="2926080"/>
            <a:ext cx="27432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2544" y="2674620"/>
            <a:ext cx="274320" cy="3886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2971800"/>
            <a:ext cx="27432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2651760"/>
            <a:ext cx="2743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880360"/>
            <a:ext cx="2743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09067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Loss over 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so far it flies OVER the valley and up the other side. Never converges! Like a kangaroo on a pogo stick.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1737360"/>
            <a:ext cx="2880360" cy="3063240"/>
          </a:xfrm>
          <a:prstGeom prst="rect">
            <a:avLst/>
          </a:prstGeom>
          <a:solidFill>
            <a:srgbClr val="1A1A2E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🐌 Too Small!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92240" y="2240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α = 0.0000001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2651760"/>
            <a:ext cx="274320" cy="4114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22592" y="2660904"/>
            <a:ext cx="274320" cy="40233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15784" y="2670048"/>
            <a:ext cx="274320" cy="39319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08976" y="2679192"/>
            <a:ext cx="274320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2168" y="2688336"/>
            <a:ext cx="274320" cy="37490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2697480"/>
            <a:ext cx="274320" cy="3657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09067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Loss over 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37960" y="3337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baby steps. Will eventually get there... in 10 million years. Like moving in traffic at 1 km/h.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🎛️ Activation Functions — The Decision Makers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8595360" cy="685800"/>
          </a:xfrm>
          <a:prstGeom prst="rect">
            <a:avLst/>
          </a:prstGeom>
          <a:solidFill>
            <a:srgbClr val="1A001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778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 Functions → </a:t>
            </a:r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= just a fancy calculator (linear)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them → Network can understand ANYTHING (non-linear magic!)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85953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ANALOGY: Activation Function = Your brain deciding whether a neuron should FIRE or stay QUIET. Like deciding: 'Is this important enough to pay attention to?'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2011680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7744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Sigmoid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Squishes output to 0–1.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old-school nets.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probability meter!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2377440"/>
            <a:ext cx="2011680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377440"/>
            <a:ext cx="201168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Tanh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Squishes to -1 to +1.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Sigmoid.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2011680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377440"/>
            <a:ext cx="20116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ReLU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of activations!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x&gt;0: pass it through.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x&lt;0: output ZERO.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2377440"/>
            <a:ext cx="2011680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377440"/>
            <a:ext cx="201168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Softmax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probabilities.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sum to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final layer!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ReLU — The King of Activation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ReLU = Rectified Linear Unit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
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max(0, x)
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English: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Positive number?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it!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Negative number? 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ZERO!
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ANALOGY: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bouncer at a club.
Positive vibes in → allowed.
Negative vibes → BLOCKED!
</a:t>
            </a:r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Why it's the GOAT:
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+ simple + works amazingly!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hidden layers use ReLU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📈 ReLU Graph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4297680"/>
            <a:ext cx="347472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463040"/>
            <a:ext cx="0" cy="292608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f(x)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4206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4297680"/>
            <a:ext cx="1691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4297680"/>
            <a:ext cx="1691640" cy="-256032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ZERO for negative 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</a:rPr>
              <a:t>Linear (x) for positive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474720"/>
            <a:ext cx="1828800" cy="457200"/>
          </a:xfrm>
          <a:prstGeom prst="rect">
            <a:avLst/>
          </a:prstGeom>
          <a:solidFill>
            <a:srgbClr val="001A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Simple &amp; Fast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3474720"/>
            <a:ext cx="1965960" cy="457200"/>
          </a:xfrm>
          <a:prstGeom prst="rect">
            <a:avLst/>
          </a:prstGeom>
          <a:solidFill>
            <a:srgbClr val="1A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⚠️ Can die (neg grad)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Real-World Applications — It's Everywhere!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📸 Image 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Photos, Face Unlock on your phone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Identifies cats, dogs, your face!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914400"/>
            <a:ext cx="2788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96012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Music &amp; Audio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recommendations, noise cancellation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RNN/Transformer — Understands time sequences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914400"/>
            <a:ext cx="2788920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96012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ChatGPT &amp; LLMs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 AI, Google Gemini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— The tech behind AI chatbots!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26080"/>
            <a:ext cx="278892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9718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🚗 Self-Driving Cars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Autopilot, Waymo robotaxis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lanes, pedestrians, signals in real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926080"/>
            <a:ext cx="278892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9718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Medical Diagnosis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cancer from X-rays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finds tumors doctors might miss!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926080"/>
            <a:ext cx="2788920" cy="1874520"/>
          </a:xfrm>
          <a:prstGeom prst="rect">
            <a:avLst/>
          </a:prstGeom>
          <a:solidFill>
            <a:srgbClr val="1A1A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926080"/>
            <a:ext cx="27889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9718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Game AI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beat world champions!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3977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DL — Learned chess, Go from scratch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How It All Connects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0876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5087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74520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text, numbers — raw data enters the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286000"/>
            <a:ext cx="320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2130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914400"/>
            <a:ext cx="150876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914400"/>
            <a:ext cx="15087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1417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Layers + Activation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76272" y="1874520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transforms data with activation functions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2286000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130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914400"/>
            <a:ext cx="150876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914400"/>
            <a:ext cx="150876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1417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Calculated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05072" y="1874520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is the model? Computed by loss function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2286000"/>
            <a:ext cx="3200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130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60720" y="914400"/>
            <a:ext cx="150876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914400"/>
            <a:ext cx="15087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06440" y="1417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Optimizer Steps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33872" y="1874520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Adam/SGD adjusts weights to reduce the error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228600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21305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589520" y="914400"/>
            <a:ext cx="150876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914400"/>
            <a:ext cx="150876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35240" y="1417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Model!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62672" y="1874520"/>
            <a:ext cx="1371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1000s of times = trained model!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BIG PICTURE: Training a Neural Network = playing a video game on HARD mode.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optimizer) keep trying, learning from mistakes (loss), until you're the CHAMPION! 🏆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😂 If Deep Learning Were Life...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Overfitting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the exam questions but failing when the professor changes them. You learned the ANSWERS, not the CONCEPTS!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6868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41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😴 Underfitting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through class and scoring 10/100. The model didn't learn ANYTHING useful at all!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03120"/>
            <a:ext cx="64008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76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Training vs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practicing cricket in nets. Testing = playing the actual match. One is controlled, one is real!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0312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76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Batch 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your model 32 examples at a time before updating. Like reading 32 reviews before deciding on a restaurant.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3756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10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Epoch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through ALL your training data. Studying the ENTIRE textbook once = 1 Epoch!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337560"/>
            <a:ext cx="4160520" cy="1143000"/>
          </a:xfrm>
          <a:prstGeom prst="rect">
            <a:avLst/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337560"/>
            <a:ext cx="64008" cy="1143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10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Dropout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749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IGNORING some neurons during training. Like covering your left eye to train your right eye. Makes model stronger!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Types of Neural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ANN — Artificial Neural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one! Layers of neurons connected to each other. Like a simple assembly line in a factory.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data, basic predictions
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basic calculator with many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👁️ CNN — Convolutional Neural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images! Uses filters to detect edges, shapes, then objects. Like your eye scanning a photo.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recognition, medical imaging
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detective looking for clues in a photo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41148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RNN — Recurrent Neural Network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memory! Processes sequences - remembers what came before. Perfect for language and time series.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speech recognition
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reading a sentence word-by-word, remembering context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26080"/>
            <a:ext cx="411480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GAN — Generative Adversarial Network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competing! Generator makes fake images, Discriminator tries to catch the fake. Together they create MAGIC.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Use: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Deepfakes, AI art, image synthesis
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vs Art Critic — competition makes both better!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Quick Recap — Don't Forget This!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Optimizer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for reducing error (like GPS guiding you down the mountain). Adam is the most popular.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875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Learning 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your steps are. Too big = overshoot. Too small = too slow. Just right = success!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🎛️ Activation Function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a neuron should fire. Adds non-linearity so the network can learn complex patterns.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9456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67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ReLU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activation function. f(x) = max(0,x). Simple, fast, widely used.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7472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478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Sigmoid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0 to 1. Good for probability outputs. Used in binary classification.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297680" cy="10972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7472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478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Training Loop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Forward Pass → Loss → Backward Pass → Optimizer Update → Repeat 1000x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now know Deep Learning! 🎉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Well... the fun basics at least 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971800"/>
            <a:ext cx="228600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Adam, SGD, RMSProp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2971800"/>
            <a:ext cx="228600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832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8328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ReLU, Sigmoid, Tanh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2971800"/>
            <a:ext cx="228600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3504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3504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Vision, NLP, Cars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Try building your first neural network with Python &amp; TensorFlow/PyTorch! 💻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Basics - Optimizers, Activations &amp; Applications</dc:title>
  <dc:subject>PptxGenJS Presentation</dc:subject>
  <dc:creator>PptxGenJS</dc:creator>
  <cp:lastModifiedBy>PptxGenJS</cp:lastModifiedBy>
  <cp:revision>1</cp:revision>
  <dcterms:created xsi:type="dcterms:W3CDTF">2026-03-11T05:04:30Z</dcterms:created>
  <dcterms:modified xsi:type="dcterms:W3CDTF">2026-03-11T05:04:30Z</dcterms:modified>
</cp:coreProperties>
</file>